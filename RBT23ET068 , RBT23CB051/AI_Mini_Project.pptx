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06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92495"/>
            <a:ext cx="7772400" cy="1470025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Title of Project: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Chatbot (Frontend + Gemini API Integration)</a:t>
            </a:r>
            <a:endParaRPr sz="18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7758" y="3860963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Prathmesh Masule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Mayur Rathod</a:t>
            </a:r>
          </a:p>
          <a:p>
            <a:pPr algn="l"/>
            <a:endParaRPr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Systems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68" y="179415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1159"/>
            <a:ext cx="8229600" cy="56756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>
                <a:latin typeface="Times New Roman" panose="02020603050405020304" pitchFamily="18" charset="0"/>
                <a:cs typeface="Times New Roman" pitchFamily="18" charset="0"/>
              </a:rPr>
              <a:t>Objective of the Project: </a:t>
            </a:r>
            <a:endParaRPr lang="en-IN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IN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600" b="1" dirty="0">
                <a:latin typeface="Times New Roman" panose="02020603050405020304" pitchFamily="18" charset="0"/>
                <a:cs typeface="Times New Roman" pitchFamily="18" charset="0"/>
              </a:rPr>
              <a:t>Scope:</a:t>
            </a:r>
            <a:endParaRPr lang="en-US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first aid and health guidance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patients and rural health workers through an interactive chatbot.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frontend–Gemini API integration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deliver accurate, real-time healthcare responses in a simple and accessible interface.</a:t>
            </a:r>
          </a:p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Mapping With SDG Goal: SDG 3 – Good Health and Well-Being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healthy lives and ensures well-being for all by providing accessible healthcare guidance.</a:t>
            </a:r>
          </a:p>
          <a:p>
            <a:pPr marL="0" indent="0">
              <a:buNone/>
            </a:pPr>
            <a:r>
              <a:rPr sz="1600" b="1" dirty="0">
                <a:latin typeface="Times New Roman" panose="02020603050405020304" pitchFamily="18" charset="0"/>
                <a:cs typeface="Times New Roman" pitchFamily="18" charset="0"/>
              </a:rPr>
              <a:t>Key Features: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Responses: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Gemini API to provide accurate and context-aware health advice.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Frontend: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with HTML, CSS, and JavaScript for smooth and responsive interaction.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Support: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ask questions in regional languages for better accessibility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answer feedback (green = correct, red = incorrect).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1600" dirty="0"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E6FE53-62A5-E1C3-964F-D4CE7FB39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023" y="1189329"/>
            <a:ext cx="895837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instant, AI-based healthcare assistance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users.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build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responsive, user-friendly frontend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interaction.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intelligent, context-aware health responses.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languages and offline mode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rural accessibility.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ensure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ethical AI use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health communication.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46006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Gemini API (Generative AI Model)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Why Gemini API?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Provides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 and human-like answers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health-related queries.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Handles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Can be customized for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or educational datasets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scalable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using REST APIs.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Instant AI-driven responses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Reduces human workload in basic health consultation</a:t>
            </a:r>
          </a:p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Easy integration with frontend via REST API</a:t>
            </a:r>
          </a:p>
          <a:p>
            <a:pPr marL="0" indent="0">
              <a:buNone/>
            </a:pP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071" y="155714"/>
            <a:ext cx="2059858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B4764E-FB67-6A06-27C4-326C76EAC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43" y="1298714"/>
            <a:ext cx="7631459" cy="508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374" y="1438633"/>
            <a:ext cx="8229600" cy="51447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dirty="0">
                <a:latin typeface="Times New Roman" pitchFamily="18" charset="0"/>
                <a:cs typeface="Times New Roman" pitchFamily="18" charset="0"/>
              </a:rPr>
              <a:t>Methodology:</a:t>
            </a:r>
          </a:p>
          <a:p>
            <a:pPr lvl="1">
              <a:buFont typeface="+mj-lt"/>
              <a:buAutoNum type="arabicPeriod"/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Problem analysis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need for instant, reliable health support for rural users.</a:t>
            </a:r>
            <a:endParaRPr sz="1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2. 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Algorithm design &amp; coding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frontend using HTML, CSS, and JavaScript.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the backend API with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AI-driven question generation.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validation and error-handling features</a:t>
            </a:r>
          </a:p>
          <a:p>
            <a:pPr lvl="2">
              <a:buFont typeface="+mj-lt"/>
              <a:buAutoNum type="arabicPeriod"/>
            </a:pP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Testing &amp; validation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on different health queries</a:t>
            </a:r>
            <a:r>
              <a:rPr lang="en-US" sz="1600" dirty="0"/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accurate, safe, and meaningful responses.</a:t>
            </a:r>
          </a:p>
          <a:p>
            <a:pPr marL="914400" lvl="2" indent="0">
              <a:buNone/>
            </a:pPr>
            <a:endParaRPr lang="en-HK" sz="1600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HK" sz="1800" b="1" dirty="0">
                <a:latin typeface="Times New Roman" pitchFamily="18" charset="0"/>
                <a:cs typeface="Times New Roman" pitchFamily="18" charset="0"/>
              </a:rPr>
              <a:t> Results &amp; Conclusion:</a:t>
            </a:r>
          </a:p>
          <a:p>
            <a:pPr marL="0" indent="0">
              <a:buNone/>
            </a:pPr>
            <a:r>
              <a:rPr sz="1800" dirty="0"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101016-060B-B0AF-5ECC-8CF5D169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5035" y="5105358"/>
            <a:ext cx="5571718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chatbot successfully responds to general health queries.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accurate, AI-generated first-aid and health advice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effective frontend and Gemini API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0839117-F772-95AD-4DE5-AC42E96324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973" y="1430664"/>
            <a:ext cx="619663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HTML, CSS, and JavaScript basics for frontend design.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MDN Web Docs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Fetch API and DOM manipulation for API handling.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Documentation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 generative AI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 Guidelines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for verified first-aid and health information.</a:t>
            </a:r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479</Words>
  <Application>Microsoft Office PowerPoint</Application>
  <PresentationFormat>On-screen Show (4:3)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Andalus</vt:lpstr>
      <vt:lpstr>Arial</vt:lpstr>
      <vt:lpstr>Calibri</vt:lpstr>
      <vt:lpstr>Times New Roman</vt:lpstr>
      <vt:lpstr>Wingdings</vt:lpstr>
      <vt:lpstr>Office Theme</vt:lpstr>
      <vt:lpstr>Title of Project: Healthcare Chatbot (Frontend + Gemini API Integration)</vt:lpstr>
      <vt:lpstr>Introduction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om kinage</dc:creator>
  <cp:keywords/>
  <dc:description>generated using python-pptx</dc:description>
  <cp:lastModifiedBy>Prathmesh Masule</cp:lastModifiedBy>
  <cp:revision>16</cp:revision>
  <dcterms:created xsi:type="dcterms:W3CDTF">2013-01-27T09:14:16Z</dcterms:created>
  <dcterms:modified xsi:type="dcterms:W3CDTF">2025-11-04T18:07:14Z</dcterms:modified>
  <cp:category/>
</cp:coreProperties>
</file>