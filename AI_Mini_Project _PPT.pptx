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  <p:sldId id="261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librosa.org/" TargetMode="External"/><Relationship Id="rId2" Type="http://schemas.openxmlformats.org/officeDocument/2006/relationships/hyperlink" Target="https://scikit-learn.or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python.org/3/library/tkinter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Title of Project: </a:t>
            </a:r>
            <a:r>
              <a:rPr lang="en-US" sz="1600" b="1" dirty="0"/>
              <a:t>Emotion Detection from Voice using Machine Learning</a:t>
            </a:r>
            <a:endParaRPr sz="16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Student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1. Amruta Patil (RBT23CB001)</a:t>
            </a:r>
          </a:p>
          <a:p>
            <a:pPr algn="l"/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2. Vedika Shitole (RBT23CB012)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  <a:p>
            <a:pPr algn="l"/>
            <a:r>
              <a:rPr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Faculty Name</a:t>
            </a:r>
            <a:r>
              <a:rPr lang="en-US" sz="1400" b="1" dirty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:</a:t>
            </a:r>
          </a:p>
          <a:p>
            <a:pPr algn="l"/>
            <a:endParaRPr sz="1400" b="1" dirty="0">
              <a:solidFill>
                <a:schemeClr val="tx1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5468" y="179415"/>
            <a:ext cx="8605381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400" b="1" dirty="0">
                <a:latin typeface="Andalus" pitchFamily="18" charset="-78"/>
                <a:cs typeface="Andalus" pitchFamily="18" charset="-78"/>
              </a:rPr>
              <a:t>JSPM’s 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Rajarshi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Shahu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College of Engineering,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Tathawade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, Pune</a:t>
            </a:r>
            <a:br>
              <a:rPr lang="en-US" sz="1400" b="1" dirty="0">
                <a:latin typeface="Andalus" pitchFamily="18" charset="-78"/>
                <a:cs typeface="Andalus" pitchFamily="18" charset="-78"/>
              </a:rPr>
            </a:br>
            <a:r>
              <a:rPr lang="en-US" sz="1400" b="1" dirty="0">
                <a:latin typeface="Andalus" pitchFamily="18" charset="-78"/>
                <a:cs typeface="Andalus" pitchFamily="18" charset="-78"/>
              </a:rPr>
              <a:t>(An Empower Autonomous Institute under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Savitribai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</a:t>
            </a:r>
            <a:r>
              <a:rPr lang="en-US" sz="1400" b="1" dirty="0" err="1">
                <a:latin typeface="Andalus" pitchFamily="18" charset="-78"/>
                <a:cs typeface="Andalus" pitchFamily="18" charset="-78"/>
              </a:rPr>
              <a:t>Phule</a:t>
            </a:r>
            <a:r>
              <a:rPr lang="en-US" sz="1400" b="1" dirty="0">
                <a:latin typeface="Andalus" pitchFamily="18" charset="-78"/>
                <a:cs typeface="Andalus" pitchFamily="18" charset="-78"/>
              </a:rPr>
              <a:t> Pune University)</a:t>
            </a:r>
          </a:p>
          <a:p>
            <a:pPr algn="ctr"/>
            <a:endParaRPr lang="en-US" sz="1400" b="1" dirty="0">
              <a:cs typeface="Andalus" pitchFamily="18" charset="-78"/>
            </a:endParaRP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Department of Computer Science and Business Systems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Artificial Intelligence Mini Project</a:t>
            </a:r>
          </a:p>
          <a:p>
            <a:pPr algn="ctr"/>
            <a:r>
              <a:rPr lang="en-US" sz="2800" b="1" dirty="0">
                <a:solidFill>
                  <a:schemeClr val="accent2">
                    <a:lumMod val="75000"/>
                  </a:schemeClr>
                </a:solidFill>
                <a:cs typeface="Andalus" pitchFamily="18" charset="-78"/>
              </a:rPr>
              <a:t>AY-2025-26</a:t>
            </a:r>
            <a:endParaRPr lang="en-IN" sz="28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637" y="87682"/>
            <a:ext cx="941963" cy="7530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199" y="1600200"/>
            <a:ext cx="8411497" cy="4761271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sz="1400" b="1" dirty="0">
                <a:latin typeface="Times New Roman" pitchFamily="18" charset="0"/>
                <a:cs typeface="Times New Roman" pitchFamily="18" charset="0"/>
              </a:rPr>
              <a:t>Objective of the Project: 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/>
              <a:t>To design a system that detects emotions from a person’s </a:t>
            </a:r>
            <a:r>
              <a:rPr lang="en-US" sz="1400" b="1" dirty="0"/>
              <a:t>own live voice</a:t>
            </a:r>
            <a:r>
              <a:rPr lang="en-US" sz="1400" dirty="0"/>
              <a:t>.</a:t>
            </a:r>
          </a:p>
          <a:p>
            <a:r>
              <a:rPr lang="en-US" sz="1400" dirty="0"/>
              <a:t>To train an accurate </a:t>
            </a:r>
            <a:r>
              <a:rPr lang="en-US" sz="1400" b="1" dirty="0"/>
              <a:t>Support Vector Machine (SVM)</a:t>
            </a:r>
            <a:r>
              <a:rPr lang="en-US" sz="1400" dirty="0"/>
              <a:t> model on emotional speech data.</a:t>
            </a:r>
          </a:p>
          <a:p>
            <a:r>
              <a:rPr lang="en-US" sz="1400" dirty="0"/>
              <a:t>To build a </a:t>
            </a:r>
            <a:r>
              <a:rPr lang="en-US" sz="1400" b="1" dirty="0" err="1"/>
              <a:t>Tkinter</a:t>
            </a:r>
            <a:r>
              <a:rPr lang="en-US" sz="1400" b="1" dirty="0"/>
              <a:t>-based GUI</a:t>
            </a:r>
            <a:r>
              <a:rPr lang="en-US" sz="1400" dirty="0"/>
              <a:t> that records voice and shows emotion with an emoji.</a:t>
            </a:r>
          </a:p>
          <a:p>
            <a:r>
              <a:rPr lang="en-US" sz="1400" dirty="0"/>
              <a:t>To explore how AI can make systems more emotionally aware and human-like.</a:t>
            </a:r>
            <a:endParaRPr lang="en-US" sz="14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400" b="1" dirty="0">
                <a:latin typeface="Times New Roman" pitchFamily="18" charset="0"/>
                <a:cs typeface="Times New Roman" pitchFamily="18" charset="0"/>
              </a:rPr>
              <a:t>Scope: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/>
              <a:t>This project can be extended to various AI and real-life applications, such as:</a:t>
            </a:r>
          </a:p>
          <a:p>
            <a:r>
              <a:rPr lang="en-US" sz="1400" b="1" dirty="0"/>
              <a:t>Voice assistants</a:t>
            </a:r>
            <a:r>
              <a:rPr lang="en-US" sz="1400" dirty="0"/>
              <a:t> that respond based on mood.</a:t>
            </a:r>
          </a:p>
          <a:p>
            <a:r>
              <a:rPr lang="en-US" sz="1400" b="1" dirty="0"/>
              <a:t>Mental health tools</a:t>
            </a:r>
            <a:r>
              <a:rPr lang="en-US" sz="1400" dirty="0"/>
              <a:t> to detect emotional distress.</a:t>
            </a:r>
          </a:p>
          <a:p>
            <a:r>
              <a:rPr lang="en-US" sz="1400" b="1" dirty="0"/>
              <a:t>Customer support systems</a:t>
            </a:r>
            <a:r>
              <a:rPr lang="en-US" sz="1400" dirty="0"/>
              <a:t> to identify frustration or satisfaction.</a:t>
            </a:r>
          </a:p>
          <a:p>
            <a:r>
              <a:rPr lang="en-US" sz="1400" b="1" dirty="0"/>
              <a:t>Education and gaming</a:t>
            </a:r>
            <a:r>
              <a:rPr lang="en-US" sz="1400" dirty="0"/>
              <a:t> systems that adapt to user emotions.</a:t>
            </a:r>
            <a:br>
              <a:rPr lang="en-US" sz="1400" dirty="0"/>
            </a:br>
            <a:r>
              <a:rPr lang="en-US" sz="1400" dirty="0"/>
              <a:t>Future scope includes adding deep learning models, detecting emotions in real conversations, and supporting multiple languages.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US" sz="1400" b="1" dirty="0">
                <a:latin typeface="Times New Roman" pitchFamily="18" charset="0"/>
                <a:cs typeface="Times New Roman" pitchFamily="18" charset="0"/>
              </a:rPr>
              <a:t>Mapping With SDG Goal: </a:t>
            </a:r>
          </a:p>
          <a:p>
            <a:pPr marL="0" indent="0">
              <a:buNone/>
            </a:pPr>
            <a:r>
              <a:rPr lang="en-US" sz="1400" dirty="0"/>
              <a:t>SDG Goal 3 – Good Health and Well-being</a:t>
            </a:r>
            <a:br>
              <a:rPr lang="en-US" sz="1400" dirty="0"/>
            </a:br>
            <a:r>
              <a:rPr lang="en-US" sz="1400" dirty="0"/>
              <a:t>The project promotes emotional awareness and supports mental wellness through AI-based voice analysis.</a:t>
            </a:r>
            <a:endParaRPr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400" b="1" dirty="0">
                <a:latin typeface="Times New Roman" pitchFamily="18" charset="0"/>
                <a:cs typeface="Times New Roman" pitchFamily="18" charset="0"/>
              </a:rPr>
              <a:t>Key Features: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Detects emotions directly from your own recorded voice.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Supports emotions like happy, sad, angry, calm, neutral, fearful, and surprised.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Interactive GUI built using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Tkinter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Real-time voice recording using </a:t>
            </a:r>
            <a:r>
              <a:rPr lang="en-US" sz="1400" dirty="0" err="1">
                <a:latin typeface="Times New Roman" pitchFamily="18" charset="0"/>
                <a:cs typeface="Times New Roman" pitchFamily="18" charset="0"/>
              </a:rPr>
              <a:t>sounddevice</a:t>
            </a:r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 library.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High accuracy (86%) achieved on trained SVM model.</a:t>
            </a:r>
          </a:p>
          <a:p>
            <a:r>
              <a:rPr lang="en-US" sz="1400" dirty="0">
                <a:latin typeface="Times New Roman" pitchFamily="18" charset="0"/>
                <a:cs typeface="Times New Roman" pitchFamily="18" charset="0"/>
              </a:rPr>
              <a:t>Displays prediction with both emotion name and emoji for better visualization</a:t>
            </a:r>
            <a:endParaRPr lang="en-US"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14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endParaRPr sz="14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Algorithm </a:t>
            </a:r>
            <a:r>
              <a:rPr dirty="0">
                <a:latin typeface="Times New Roman" pitchFamily="18" charset="0"/>
                <a:cs typeface="Times New Roman" pitchFamily="18" charset="0"/>
              </a:rPr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Chosen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Algorithm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: 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lang="en-IN" sz="1600" dirty="0"/>
              <a:t>Support Vector Machine (SVM)</a:t>
            </a:r>
          </a:p>
          <a:p>
            <a:pPr marL="0" indent="0">
              <a:buNone/>
            </a:pPr>
            <a:endParaRPr lang="en-US"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6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sz="1600" b="1" dirty="0">
                <a:latin typeface="Times New Roman" pitchFamily="18" charset="0"/>
                <a:cs typeface="Times New Roman" pitchFamily="18" charset="0"/>
              </a:rPr>
              <a:t>Reason for Selection: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SVM provides excellent results for small and medium datasets with clear feature separation.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It is simple, reliable, and works well with extracted MFCC audio features.</a:t>
            </a:r>
          </a:p>
          <a:p>
            <a:pPr marL="0" indent="0">
              <a:buNone/>
            </a:pPr>
            <a:endParaRPr sz="1600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</a:pPr>
            <a:r>
              <a:rPr sz="1600" b="1" dirty="0">
                <a:latin typeface="Times New Roman" pitchFamily="18" charset="0"/>
                <a:cs typeface="Times New Roman" pitchFamily="18" charset="0"/>
              </a:rPr>
              <a:t>Advantages:</a:t>
            </a:r>
            <a:endParaRPr lang="en-US" sz="1600" b="1" dirty="0">
              <a:latin typeface="Times New Roman" pitchFamily="18" charset="0"/>
              <a:cs typeface="Times New Roman" pitchFamily="18" charset="0"/>
            </a:endParaRP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Accurate and efficient.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Performs well with limited training data.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Easy to integrate into GUI-based applications.</a:t>
            </a:r>
            <a:endParaRPr sz="16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Module 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541B620E-0CB3-44E2-4314-D6820D0B58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57199" y="1783435"/>
            <a:ext cx="8431161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Collection Module: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Uses the RAVDESS dataset containing labeled emotional speech samples.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Feature Extraction Module: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Extracts </a:t>
            </a: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Mel-Frequency Cepstral Coefficients (MFCCs)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from voice input for model training.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Training Module: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Trains an SVM model and stores it using Joblib for future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Voice Recording Module: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Captures the user’s live voice via the microphone and saves it as a WAV file.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Module: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Processes the recorded voice, extracts features, and predicts emotion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GUI Module: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Provides buttons to record voice or select a WAV file and displays emotion with emoji and confidence level.</a:t>
            </a:r>
          </a:p>
        </p:txBody>
      </p:sp>
    </p:spTree>
    <p:extLst>
      <p:ext uri="{BB962C8B-B14F-4D97-AF65-F5344CB8AC3E}">
        <p14:creationId xmlns:p14="http://schemas.microsoft.com/office/powerpoint/2010/main" val="18751708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itchFamily="18" charset="0"/>
                <a:cs typeface="Times New Roman" pitchFamily="18" charset="0"/>
              </a:rPr>
              <a:t>Methodology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800" b="1" dirty="0"/>
              <a:t>Methodology:</a:t>
            </a:r>
            <a:endParaRPr lang="en-US" sz="1800" dirty="0"/>
          </a:p>
          <a:p>
            <a:r>
              <a:rPr lang="en-US" sz="1800" dirty="0"/>
              <a:t>Problem Identification – Detecting emotion from live voice.</a:t>
            </a:r>
          </a:p>
          <a:p>
            <a:r>
              <a:rPr lang="en-US" sz="1800" dirty="0"/>
              <a:t>Data Preprocessing – Using RAVDESS dataset for feature extraction.</a:t>
            </a:r>
          </a:p>
          <a:p>
            <a:r>
              <a:rPr lang="en-US" sz="1800" dirty="0"/>
              <a:t>Feature Extraction – Applying MFCC to capture key speech characteristics.</a:t>
            </a:r>
          </a:p>
          <a:p>
            <a:r>
              <a:rPr lang="en-US" sz="1800" dirty="0"/>
              <a:t>Model Training – Training SVM classifier for 8 emotion classes.</a:t>
            </a:r>
          </a:p>
          <a:p>
            <a:r>
              <a:rPr lang="en-US" sz="1800" dirty="0"/>
              <a:t>GUI Development – Building an interactive interface using </a:t>
            </a:r>
            <a:r>
              <a:rPr lang="en-US" sz="1800" dirty="0" err="1"/>
              <a:t>Tkinter</a:t>
            </a:r>
            <a:r>
              <a:rPr lang="en-US" sz="1800" dirty="0"/>
              <a:t>.</a:t>
            </a:r>
          </a:p>
          <a:p>
            <a:r>
              <a:rPr lang="en-US" sz="1800" dirty="0"/>
              <a:t>Testing – Recording voice and validating model predictions.</a:t>
            </a:r>
          </a:p>
          <a:p>
            <a:pPr marL="0" indent="0">
              <a:buNone/>
            </a:pPr>
            <a:r>
              <a:rPr lang="en-US" sz="1800" b="1" dirty="0"/>
              <a:t>Results &amp; Conclusion:</a:t>
            </a:r>
            <a:endParaRPr lang="en-US" sz="1800" dirty="0"/>
          </a:p>
          <a:p>
            <a:r>
              <a:rPr lang="en-US" sz="1800" dirty="0"/>
              <a:t>Achieved </a:t>
            </a:r>
            <a:r>
              <a:rPr lang="en-US" sz="1800" b="1" dirty="0"/>
              <a:t>86.2% accuracy</a:t>
            </a:r>
            <a:r>
              <a:rPr lang="en-US" sz="1800" dirty="0"/>
              <a:t> on test data.</a:t>
            </a:r>
          </a:p>
          <a:p>
            <a:r>
              <a:rPr lang="en-US" sz="1800" dirty="0"/>
              <a:t>Successfully predicts emotions from a person’s live voice.</a:t>
            </a:r>
          </a:p>
          <a:p>
            <a:r>
              <a:rPr lang="en-US" sz="1800" dirty="0"/>
              <a:t>User-friendly interface for recording and displaying emotion with emoji.</a:t>
            </a:r>
            <a:br>
              <a:rPr lang="en-US" sz="1800" dirty="0"/>
            </a:br>
            <a:r>
              <a:rPr lang="en-US" sz="1800" b="1" dirty="0"/>
              <a:t>Future Scope:</a:t>
            </a:r>
            <a:endParaRPr lang="en-US" sz="1800" dirty="0"/>
          </a:p>
          <a:p>
            <a:r>
              <a:rPr lang="en-US" sz="1800" dirty="0"/>
              <a:t>Implement deep learning for improved accuracy.</a:t>
            </a:r>
          </a:p>
          <a:p>
            <a:r>
              <a:rPr lang="en-US" sz="1800" dirty="0"/>
              <a:t>Support real-time streaming and continuous emotion tracking.</a:t>
            </a:r>
          </a:p>
          <a:p>
            <a:r>
              <a:rPr lang="en-US" sz="1800" dirty="0"/>
              <a:t>Integrate with chatbots and virtual assistants.</a:t>
            </a:r>
          </a:p>
          <a:p>
            <a:pPr marL="0" indent="0">
              <a:buNone/>
            </a:pPr>
            <a:endParaRPr sz="18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Times New Roman" pitchFamily="18" charset="0"/>
                <a:cs typeface="Times New Roman" pitchFamily="18" charset="0"/>
              </a:rPr>
              <a:t>References</a:t>
            </a:r>
            <a:endParaRPr lang="en-IN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5375ADB-9B7D-C80D-3147-3B94788D7E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RAVDESS Emotional Speech Dataset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scikit-learn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2"/>
              </a:rPr>
              <a:t>https://scikit-learn.org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Librosa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Audio Library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3"/>
              </a:rPr>
              <a:t>https://librosa.org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Tkinter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GUI Documentation – 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hlinkClick r:id="rId4"/>
              </a:rPr>
              <a:t>https://docs.python.org/3/library/tkinter.html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IEEE Papers on Speech Emotion Recognition</a:t>
            </a:r>
          </a:p>
        </p:txBody>
      </p:sp>
    </p:spTree>
    <p:extLst>
      <p:ext uri="{BB962C8B-B14F-4D97-AF65-F5344CB8AC3E}">
        <p14:creationId xmlns:p14="http://schemas.microsoft.com/office/powerpoint/2010/main" val="14743681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645</Words>
  <Application>Microsoft Office PowerPoint</Application>
  <PresentationFormat>On-screen Show (4:3)</PresentationFormat>
  <Paragraphs>72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Andalus</vt:lpstr>
      <vt:lpstr>Arial</vt:lpstr>
      <vt:lpstr>Calibri</vt:lpstr>
      <vt:lpstr>Times New Roman</vt:lpstr>
      <vt:lpstr>Office Theme</vt:lpstr>
      <vt:lpstr>Title of Project: Emotion Detection from Voice using Machine Learning</vt:lpstr>
      <vt:lpstr>Introduction</vt:lpstr>
      <vt:lpstr>Algorithm Used</vt:lpstr>
      <vt:lpstr>Module </vt:lpstr>
      <vt:lpstr>Methodology &amp; Results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Project&lt;&lt;Example-Library Management System using Binary Search Tree&gt;&gt;</dc:title>
  <dc:subject/>
  <dc:creator>vedika shitole</dc:creator>
  <cp:keywords/>
  <dc:description>generated using python-pptx</dc:description>
  <cp:lastModifiedBy>Vedika Shitole</cp:lastModifiedBy>
  <cp:revision>10</cp:revision>
  <dcterms:created xsi:type="dcterms:W3CDTF">2013-01-27T09:14:16Z</dcterms:created>
  <dcterms:modified xsi:type="dcterms:W3CDTF">2025-11-04T17:59:58Z</dcterms:modified>
  <cp:category/>
</cp:coreProperties>
</file>